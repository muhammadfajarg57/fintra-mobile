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51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79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365760"/>
            <a:ext cx="1371600" cy="13716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-274320"/>
            <a:ext cx="1097280" cy="109728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91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SNAPSHOT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0F9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TENTANG PRODUK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FinMo (Fintra Mobile) adalah platform keuangan all-in-one berbasis cloud untuk UMKM. Membantu pelaku usaha mencatat transaksi, mengelola stok, dan menghasilkan laporan keuangan profesional secara otomatis dan real-time.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31089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MASALAH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 juta UMKM Indonesia masih pembukuan manual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mampu membayar akuntan profesional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 akuntansi yang ada terlalu kompleks &amp; mahal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ada integrasi POS + stok + laporan keuangan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6634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SOLUSI FINMO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id-ID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Laba Rugi, Neraca, Arus Kas secara otomatis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id-ID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POS, manajemen stok, dan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konsinyasi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terintegrasi</a:t>
            </a:r>
            <a:endParaRPr lang="id-ID" sz="900" dirty="0"/>
          </a:p>
          <a:p>
            <a:pPr marL="0" indent="0">
              <a:lnSpc>
                <a:spcPts val="1500"/>
              </a:lnSpc>
              <a:buNone/>
            </a:pPr>
            <a:r>
              <a:rPr lang="id-ID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untuk analisis keuangan instan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128016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371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FITUR UNGGULAN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Pencatatan Transaksi Otomatis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Kasir POS dengan Barcode Scanner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Laporan Keuangan Standar SAK EMKM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2606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Manajemen Stok &amp; Bahan Baku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Sistem Konsinyasi Mitra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AI Chat Assistant (Gemini)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Cloud-Based &amp; Real-time Sync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Multi-Platform (Mobile + Desktop)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Ekspor PDF Profesional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06240" y="46634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4709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MODEL BISNIS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5029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Freemium: Fitur dasar gratis selamanya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Premium: Laporan advanced + export unlimited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B2B: White-label untuk koperasi &amp; franchise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Partnership: Integrasi payment gateway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128016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AF5FF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 STACK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1691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0120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JS + TailwindCSS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03920" y="19476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01200" y="19476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(Node.js)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503920" y="22037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01200" y="2203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(Neon.tech)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03920" y="24597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601200" y="2459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03920" y="27157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601200" y="27157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API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503920" y="2971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601200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CDN + GitHub CI/CD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29600" y="356616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TARGET PASAR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12480" y="39319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UMKM Kuliner &amp; F&amp;B (warung, kafe, catering)</a:t>
            </a: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Toko Retail &amp; Reseller (online/offline)</a:t>
            </a: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 Industry &amp; Manufaktur Mikro</a:t>
            </a: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Mahasiswa Wirausaha &amp; Freelancer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29600" y="521208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E3A8A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0" y="5257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fintra-mobile.vercel.app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412480" y="5623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</a:t>
            </a:r>
            <a:r>
              <a:rPr lang="id-ID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muhammadfajarg57@gmail.com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</a:t>
            </a:r>
            <a:r>
              <a:rPr lang="id-ID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Politeknik Hasnur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6355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"Kelola Keuangan Bisnis Anda dengan Lebih Cerdas."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298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Fajar</cp:lastModifiedBy>
  <cp:revision>2</cp:revision>
  <dcterms:created xsi:type="dcterms:W3CDTF">2026-07-30T19:59:07Z</dcterms:created>
  <dcterms:modified xsi:type="dcterms:W3CDTF">2026-07-31T00:28:42Z</dcterms:modified>
</cp:coreProperties>
</file>