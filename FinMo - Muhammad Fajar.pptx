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3657600" cy="36576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457200"/>
            <a:ext cx="2286000" cy="2286000"/>
          </a:xfrm>
          <a:prstGeom prst="ellipse">
            <a:avLst/>
          </a:prstGeom>
          <a:solidFill>
            <a:srgbClr val="3B82F6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5029200"/>
            <a:ext cx="3657600" cy="36576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261104" y="9144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∞∞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261104" y="16459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261104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 Mobile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18304" y="3017520"/>
            <a:ext cx="2743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2432304" y="32918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Keuangan Cerdas</a:t>
            </a:r>
            <a:endParaRPr lang="en-US" sz="2400" dirty="0"/>
          </a:p>
          <a:p>
            <a:pPr algn="ctr" indent="0" marL="0">
              <a:lnSpc>
                <a:spcPts val="36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UMKM &amp; Bisnis Anda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803904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03904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fintra-mobile.vercel.app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KAMI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3716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FinMo (Fintra Mobile)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adalah platform aplikasi keuangan berbasis cloud yang dirancang khusus untuk membantu pelaku UMKM dan bisnis kecil-menengah dalam mencatat, mengelola, dan menganalisis seluruh aktivitas keuangan secara akurat, real-time, dan profesional.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5303520" cy="109728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788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VISI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platform pencatatan &amp; analisis keuangan #1 yang paling mudah digunakan oleh seluruh UMKM Indonesia.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4023360"/>
            <a:ext cx="5303520" cy="1280160"/>
          </a:xfrm>
          <a:prstGeom prst="roundRect">
            <a:avLst>
              <a:gd name="adj" fmla="val 10714"/>
            </a:avLst>
          </a:prstGeom>
          <a:solidFill>
            <a:srgbClr val="F0FDF4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069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MISI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38912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Menyederhanakan pembukuan keuangan UMKM menjadi semudah chatting.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Menyediakan laporan keuangan profesional (Laba Rugi, Neraca, Arus Kas) secara otomatis.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Mendigitalisasi manajemen stok, produksi, dan penjualan konsinyasi.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"/>
            <a:ext cx="5303520" cy="6400800"/>
          </a:xfrm>
          <a:prstGeom prst="roundRect">
            <a:avLst>
              <a:gd name="adj" fmla="val 3448"/>
            </a:avLst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5486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FINMO?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58952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Biaya Transaksi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15361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tanpa biaya berlangganan.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01168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589520" y="2057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Otomatis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23591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Rugi, Neraca, Arus Kas instan.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58000" y="283464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☁️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58952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Real-time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182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data kapan saja, di mana saja.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365760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3703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589520" y="3703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Assistant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40050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jawab keuangan dengan AI.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48056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0" y="4526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589520" y="4526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POS Terintegrasi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4828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penjualan langsung dari toko.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0" y="530352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2563EB">
              <a:alpha val="6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94944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58952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&amp; Konsinyasi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89520" y="5650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bahan baku &amp; titip jual mitra.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fintra-mobile.vercel.app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&amp; LAYANAN UTAMA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88720"/>
            <a:ext cx="347472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Rekening &amp; Kas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011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kas tunai, rekening bank, dan e-wallet dalam satu dashboard terintegrasi. Pantau saldo real-time.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188720"/>
            <a:ext cx="34747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120640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Transaksi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011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 pemasukan, pengeluaran, dan transfer antar rekening dengan kategori otomatis dan lampiran struk/nota.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1188720"/>
            <a:ext cx="34747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869680" y="1371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 Lengkap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201168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Rugi, Neraca, Arus Kas, dan Persediaan. Tersedia filter periode dan ekspor PDF profesional.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49040"/>
            <a:ext cx="34747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🛒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Kasir POS (Point of Sale)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45720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kasir modern dengan scan barcode, keranjang belanja, dan cetak struk pembayaran.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749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3749040"/>
            <a:ext cx="34747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12064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Stok &amp; Bahan Baku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5720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 bahan baku, produksi produk, HPP otomatis, dan batch tracking untuk kontrol inventaris.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749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15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46720" y="3749040"/>
            <a:ext cx="34747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8869680" y="39319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Konsinyasi Mitra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321040" y="45720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barang titipan ke mitra, setoran penjualan, retur, dan cetak bukti distribusi otomatis.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fintra-mobile.vercel.app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KEUNGGULAN &amp; TARGET PASAR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SELLING POINT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&amp; Tanpa Biaya Berlangganan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biaya bulanan atau per transaksi. 100% gratis untuk UMKM.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24688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Keuangan Standar Akuntansi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Laba Rugi, Neraca, dan Arus Kas yang sesuai standar SAK EMKM.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Financial Assistant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AI untuk analisis keuangan, rekomendasi, dan tanya jawab instan.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34340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All-in-One Platform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4617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Pencatatan, POS, stok, produksi, konsinyasi, dan laporan dalam 1 aplikasi.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25780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212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 &amp; Multi-Platform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80160" y="5532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dari smartphone, tablet, atau laptop. Data aman di cloud.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1097280"/>
            <a:ext cx="5303520" cy="5212080"/>
          </a:xfrm>
          <a:prstGeom prst="roundRect">
            <a:avLst>
              <a:gd name="adj" fmla="val 3509"/>
            </a:avLst>
          </a:prstGeom>
          <a:solidFill>
            <a:srgbClr val="F0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0" y="1280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 PASAR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858000" y="192024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9494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🍰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58952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UMKM Kuliner &amp; F&amp;B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2267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Warung, kafe, restoran kecil, catering, dan usaha makanan rumahan.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58000" y="274320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2788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🛍️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89520" y="2788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Retail &amp; Reseller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309067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Toko kelontong, fashion, kosmetik, dan bisnis online/offline.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356616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3611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5895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Usaha Produksi Kecil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3913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industry, konveksi, kerajinan, dan manufaktur skala mikro.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438912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7589520" y="4434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&amp; Personal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89520" y="47365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keuangan pribadi dan manajemen proyek freelance.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58000" y="5212080"/>
            <a:ext cx="438912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5257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7589520" y="5257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Wirausaha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0" y="5559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Mahasiswa yang menjalankan bisnis kecil-kecilan.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fintra-mobile.vercel.app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 &amp; ARSITEKTUR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347472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3716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 ES Modules, TailwindCSS, Material Design 3, PWA-Ready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188720"/>
            <a:ext cx="347472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🔧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12064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1031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Serverless Functions (Node.js), RESTful API Architecture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118872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188720"/>
            <a:ext cx="347472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🗄️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86968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21040" y="210312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(Neon.tech), Cloud-hosted dengan Auto-Scaling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749040"/>
            <a:ext cx="34747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37160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4663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(Google, Email/Password), JWT Session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0" y="3749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3749040"/>
            <a:ext cx="34747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512064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0" y="4663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AI API untuk Financial Chat Assistant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46720" y="3749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8046720" y="3749040"/>
            <a:ext cx="347472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023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8869680" y="4023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21040" y="466344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Edge Network (CDN Global), CI/CD GitHub Integration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fintra-mobile.vercel.app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3657600" cy="36576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261104" y="731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∞∞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261104" y="13716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FinMo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32304" y="25603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8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"Kelola Keuangan Bisnis Anda</a:t>
            </a:r>
            <a:endParaRPr lang="en-US" sz="2600" dirty="0"/>
          </a:p>
          <a:p>
            <a:pPr algn="ctr" indent="0" marL="0">
              <a:lnSpc>
                <a:spcPts val="3800"/>
              </a:lnSpc>
              <a:buNone/>
            </a:pPr>
            <a:r>
              <a:rPr lang="en-US" sz="2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Lebih Cerdas."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175504" y="3931920"/>
            <a:ext cx="18288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8" name="Text 6"/>
          <p:cNvSpPr/>
          <p:nvPr/>
        </p:nvSpPr>
        <p:spPr>
          <a:xfrm>
            <a:off x="3803904" y="42062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HUBUNGI KAMI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46704" y="4754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fintra-mobile.vercel.app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46704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muhammad.fajar@finmo.app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46704" y="5486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GitHub: muhammadfajarg57/fintra-mobile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03904" y="6126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2026-07-30T19:58:10Z</dcterms:created>
  <dcterms:modified xsi:type="dcterms:W3CDTF">2026-07-30T19:58:10Z</dcterms:modified>
</cp:coreProperties>
</file>